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7" r:id="rId14"/>
    <p:sldId id="346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6" d="100"/>
          <a:sy n="96" d="100"/>
        </p:scale>
        <p:origin x="82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40499"/>
            <a:ext cx="7817254" cy="584250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Project- </a:t>
            </a:r>
            <a:r>
              <a:rPr lang="en-IN" dirty="0"/>
              <a:t>Seasonal Agriculture Performance Analysis</a:t>
            </a:r>
            <a:br>
              <a:rPr lang="en-IN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341567"/>
            <a:ext cx="2143125" cy="3693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576469"/>
            <a:ext cx="5074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STU68dc0e91a95301759252113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439A9-BAA2-0E4D-5F61-4A5798DF42B4}"/>
              </a:ext>
            </a:extLst>
          </p:cNvPr>
          <p:cNvSpPr txBox="1"/>
          <p:nvPr/>
        </p:nvSpPr>
        <p:spPr>
          <a:xfrm>
            <a:off x="675957" y="4026729"/>
            <a:ext cx="652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College- </a:t>
            </a:r>
            <a:r>
              <a:rPr lang="en-IN" dirty="0"/>
              <a:t>St. Andrews Institute of Technology and Management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8984" y="3460964"/>
            <a:ext cx="3385751" cy="38015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r"/>
            <a:r>
              <a:rPr lang="en-IN" b="0" dirty="0">
                <a:solidFill>
                  <a:schemeClr val="tx1"/>
                </a:solidFill>
              </a:rPr>
              <a:t>Name- Hariom Kumar Dubey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8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6720" y="2008743"/>
            <a:ext cx="7535659" cy="346970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However, raw agricultural data does not clearly explain how agricultural performance changes across seasons or what patterns can be observed in different seasonal conditions. 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845" y="830503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379" y="2095947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8" y="193040"/>
            <a:ext cx="5160300" cy="697584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D3A5D5-70DF-BAD8-5826-F4A44D2D9BFD}"/>
              </a:ext>
            </a:extLst>
          </p:cNvPr>
          <p:cNvSpPr txBox="1"/>
          <p:nvPr/>
        </p:nvSpPr>
        <p:spPr>
          <a:xfrm>
            <a:off x="596852" y="1103232"/>
            <a:ext cx="86982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Seasonal Agriculture Performance Analysis Using Python</a:t>
            </a:r>
            <a:r>
              <a:rPr lang="en-IN" dirty="0"/>
              <a:t> is a data analytics project focused on understanding how agricultural performance varies across different seasons.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project </a:t>
            </a:r>
            <a:r>
              <a:rPr lang="en-IN" dirty="0" err="1"/>
              <a:t>analyzes</a:t>
            </a:r>
            <a:r>
              <a:rPr lang="en-IN" dirty="0"/>
              <a:t> farm-level data covering environmental conditions, farming inputs, crop production, economic performance, water usage, and disease/pest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Using Python libraries such as Pandas, NumPy, Matplotlib, Seaborn, SciPy, and Scikit-learn, the analysis involves data cleaning, exploratory data analysis, seasonal comparisons, correlation and statistical analysis, outlier investigation, and performance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project identifies meaningful seasonal patterns and relationships in yield, production, profitability, resource usage, water efficiency, and agricultural risk, and uses these findings to develop evidence-based insights and practical recommendations for better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035534"/>
            <a:ext cx="8565764" cy="394584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b="1" dirty="0">
                <a:solidFill>
                  <a:schemeClr val="tx1"/>
                </a:solidFill>
              </a:rPr>
              <a:t>Farmers:</a:t>
            </a:r>
            <a:r>
              <a:rPr lang="en-IN" dirty="0">
                <a:solidFill>
                  <a:schemeClr val="tx1"/>
                </a:solidFill>
              </a:rPr>
              <a:t> Optimize seasonal crop selection, irrigation planning, and resource utilization using data-driven performance insights.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solidFill>
                  <a:schemeClr val="tx1"/>
                </a:solidFill>
              </a:rPr>
              <a:t>Agricultural Planners:</a:t>
            </a:r>
            <a:r>
              <a:rPr lang="en-IN" dirty="0">
                <a:solidFill>
                  <a:schemeClr val="tx1"/>
                </a:solidFill>
              </a:rPr>
              <a:t> Evaluate seasonal and regional trends to support effective resource allocation and strategic agricultural planning.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solidFill>
                  <a:schemeClr val="tx1"/>
                </a:solidFill>
              </a:rPr>
              <a:t>Farm Managers:</a:t>
            </a:r>
            <a:r>
              <a:rPr lang="en-IN" dirty="0">
                <a:solidFill>
                  <a:schemeClr val="tx1"/>
                </a:solidFill>
              </a:rPr>
              <a:t> Monitor profitability, production efficiency, input costs, and water utilization to improve farm-level decision-making.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solidFill>
                  <a:schemeClr val="tx1"/>
                </a:solidFill>
              </a:rPr>
              <a:t>Researchers &amp; Data Analysts:</a:t>
            </a:r>
            <a:r>
              <a:rPr lang="en-IN" dirty="0">
                <a:solidFill>
                  <a:schemeClr val="tx1"/>
                </a:solidFill>
              </a:rPr>
              <a:t> Leverage statistically supported seasonal patterns and relationships for deeper agricultural research and further analysis.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876617"/>
            <a:ext cx="5574058" cy="618228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24500" y="1432560"/>
            <a:ext cx="5216057" cy="4546821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50000"/>
              </a:lnSpc>
            </a:pPr>
            <a:r>
              <a:rPr lang="en-IN" dirty="0"/>
              <a:t>Python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Jupyter Notebook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Pandas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NumPy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Matplotlib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Seaborn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SciPy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Scikit-learn</a:t>
            </a:r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369203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6A719-98EA-A394-1C58-A5908925E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74" y="1201585"/>
            <a:ext cx="9275910" cy="2805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3AA369-0757-1692-E9A2-F16A898B6D0E}"/>
              </a:ext>
            </a:extLst>
          </p:cNvPr>
          <p:cNvSpPr txBox="1"/>
          <p:nvPr/>
        </p:nvSpPr>
        <p:spPr>
          <a:xfrm>
            <a:off x="612251" y="3805748"/>
            <a:ext cx="873053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Explanation:</a:t>
            </a:r>
          </a:p>
          <a:p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Kharif has the highest farm representation, while Zaid has the fewest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Rice is the most represented crop, and Flood is the most common irrigation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The uneven distribution highlights the importance of considering sample size when comparing groups.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32178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23" y="195395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B5FBD9-5A61-CCE6-9F3D-FED3DFFEB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51" y="1026392"/>
            <a:ext cx="7847938" cy="3362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2B2295-9E75-5656-0CDE-723097B2E18D}"/>
              </a:ext>
            </a:extLst>
          </p:cNvPr>
          <p:cNvSpPr txBox="1"/>
          <p:nvPr/>
        </p:nvSpPr>
        <p:spPr>
          <a:xfrm>
            <a:off x="922351" y="4346031"/>
            <a:ext cx="76835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Explanation: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Crop profitability is strongly season-dependent.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Sugarcane and Chilli deliver the highest average profits, especially in Kharif, while Maize, Rice, and Wheat remain loss-making across seasons.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highlights the importance of crop-season selection for improving farm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B9697D-8866-7A03-C3D7-4A594F265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069746"/>
            <a:ext cx="8658970" cy="3454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25C6BA-2C59-E99F-0246-9BF053DF25AB}"/>
              </a:ext>
            </a:extLst>
          </p:cNvPr>
          <p:cNvSpPr txBox="1"/>
          <p:nvPr/>
        </p:nvSpPr>
        <p:spPr>
          <a:xfrm>
            <a:off x="675958" y="4317127"/>
            <a:ext cx="86589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Explanation: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Punjab and Maharashtra show the highest average agricultural profitability, while Andhra Pradesh records the lowest.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variation highlights differences in regional agricultural performance and the importance of considering location in farm-level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69" y="297446"/>
            <a:ext cx="2988586" cy="7584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D3B1C3-7523-2ED9-41FA-97FD104B8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66" y="1129086"/>
            <a:ext cx="8995176" cy="3299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5331F-22FE-1EAF-6FBE-689E03879727}"/>
              </a:ext>
            </a:extLst>
          </p:cNvPr>
          <p:cNvSpPr txBox="1"/>
          <p:nvPr/>
        </p:nvSpPr>
        <p:spPr>
          <a:xfrm>
            <a:off x="675957" y="4428878"/>
            <a:ext cx="86429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Explanation: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Kharif is the most profitable season, while Zaid shows the weakest financial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Significant negative profit-margin outliers across all seasons indicate that profitability varies considerably among individual farms.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5759-4AA9-45B8-D395-55D82F78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7A0E4-04E2-1BC9-CFEA-F1FCBE5E2D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CF37F25-52D9-0D27-D3D4-8CDB5144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A5A990B-2D5F-9156-168C-3B1124CA83C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D173A0E-C165-9A19-A681-DAD2B963E47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BA485-27CD-19CF-8CEB-F0829A683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01586"/>
            <a:ext cx="9156974" cy="29012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0FE7BA-A858-63DE-87F0-88AABEF058A4}"/>
              </a:ext>
            </a:extLst>
          </p:cNvPr>
          <p:cNvSpPr txBox="1"/>
          <p:nvPr/>
        </p:nvSpPr>
        <p:spPr>
          <a:xfrm>
            <a:off x="526252" y="4176658"/>
            <a:ext cx="87464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Explanation: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Zaid requires the highest average water usage, whereas Rainfed farming shows the highest observed water-use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Flood irrigation records the lowest efficiency, highlighting substantial variation in water performance across irrigation methods.</a:t>
            </a:r>
          </a:p>
        </p:txBody>
      </p:sp>
    </p:spTree>
    <p:extLst>
      <p:ext uri="{BB962C8B-B14F-4D97-AF65-F5344CB8AC3E}">
        <p14:creationId xmlns:p14="http://schemas.microsoft.com/office/powerpoint/2010/main" val="200817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1ABE2-A3AC-549E-0298-58B9E0304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201586"/>
            <a:ext cx="9268291" cy="3338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92665-2CC0-E76A-862C-79D368F457C6}"/>
              </a:ext>
            </a:extLst>
          </p:cNvPr>
          <p:cNvSpPr txBox="1"/>
          <p:nvPr/>
        </p:nvSpPr>
        <p:spPr>
          <a:xfrm>
            <a:off x="686817" y="4412974"/>
            <a:ext cx="86798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Explanation: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Kharif shows the highest disease/pest risk and the greatest variability, while Rabi and Zaid have lower median risk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Crop-wise differences are comparatively moderate, while seasonal differences in observed disease/pest risk are more pronounced.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99089"/>
            <a:ext cx="3800627" cy="735845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D7D63-B27F-C182-2439-88AD034F7DF5}"/>
              </a:ext>
            </a:extLst>
          </p:cNvPr>
          <p:cNvSpPr txBox="1"/>
          <p:nvPr/>
        </p:nvSpPr>
        <p:spPr>
          <a:xfrm>
            <a:off x="675957" y="1128064"/>
            <a:ext cx="8635020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Real-Time Data Integration:</a:t>
            </a:r>
            <a:r>
              <a:rPr lang="en-IN" sz="1900" dirty="0"/>
              <a:t> Incorporate live weather, rainfall, soil, and market-price data for timely seasonal decisions.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Predictive Analytics:</a:t>
            </a:r>
            <a:r>
              <a:rPr lang="en-IN" sz="1900" dirty="0"/>
              <a:t> Develop advanced models to forecast crop yield, profitability, and seasonal agricultural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Regional &amp; Crop-Level Expansion:</a:t>
            </a:r>
            <a:r>
              <a:rPr lang="en-IN" sz="1900" dirty="0"/>
              <a:t> Extend the analysis across more regions, crops, seasons, and diverse farming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Smart Resource Management:</a:t>
            </a:r>
            <a:r>
              <a:rPr lang="en-IN" sz="1900" dirty="0"/>
              <a:t> Build data-driven approaches for optimizing irrigation, fertilizer, pesticide, and other agricultural inputs.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Early Risk Detection:</a:t>
            </a:r>
            <a:r>
              <a:rPr lang="en-IN" sz="1900" dirty="0"/>
              <a:t> Integrate real-time disease and pest monitoring to support faster preventive 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Advanced Decision Support:</a:t>
            </a:r>
            <a:r>
              <a:rPr lang="en-IN" sz="1900" dirty="0"/>
              <a:t> Develop interactive analytical solutions to support farmers, planners, and agricultural decision-makers.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22980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Link: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D80DF-CE02-AA6D-3C60-4C45EAE5EDCA}"/>
              </a:ext>
            </a:extLst>
          </p:cNvPr>
          <p:cNvSpPr txBox="1"/>
          <p:nvPr/>
        </p:nvSpPr>
        <p:spPr>
          <a:xfrm>
            <a:off x="548640" y="2303263"/>
            <a:ext cx="88736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https://github.com/Hariomdubey01/Seasonal-Agriculture-Performance-Analysis.git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50" y="370589"/>
            <a:ext cx="8351388" cy="666079"/>
          </a:xfrm>
        </p:spPr>
        <p:txBody>
          <a:bodyPr>
            <a:normAutofit/>
          </a:bodyPr>
          <a:lstStyle/>
          <a:p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187D87-1235-82B1-A6E9-23C1FD31B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50" y="1527386"/>
            <a:ext cx="8481795" cy="504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852" y="4421674"/>
            <a:ext cx="4184822" cy="110863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7881" y="1254951"/>
            <a:ext cx="9275805" cy="3333748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chemeClr val="tx1"/>
                </a:solidFill>
              </a:rPr>
              <a:t>Thank you </a:t>
            </a:r>
            <a:r>
              <a:rPr lang="en-IN" sz="2400" b="0" dirty="0">
                <a:solidFill>
                  <a:schemeClr val="tx1"/>
                </a:solidFill>
              </a:rPr>
              <a:t>for your time and attention.</a:t>
            </a:r>
            <a:br>
              <a:rPr lang="en-IN" sz="2400" b="0" dirty="0">
                <a:solidFill>
                  <a:schemeClr val="tx1"/>
                </a:solidFill>
              </a:rPr>
            </a:br>
            <a:r>
              <a:rPr lang="en-IN" sz="2400" b="0" dirty="0">
                <a:solidFill>
                  <a:schemeClr val="tx1"/>
                </a:solidFill>
              </a:rPr>
              <a:t>I sincerely appreciate the opportunity to learn, grow, and showcase my skills through this internship.</a:t>
            </a:r>
          </a:p>
          <a:p>
            <a:r>
              <a:rPr lang="en-IN" sz="2400" b="0" dirty="0">
                <a:solidFill>
                  <a:schemeClr val="tx1"/>
                </a:solidFill>
              </a:rPr>
              <a:t>I am grateful to </a:t>
            </a:r>
            <a:r>
              <a:rPr lang="en-IN" sz="2400" dirty="0" err="1">
                <a:solidFill>
                  <a:schemeClr val="tx1"/>
                </a:solidFill>
              </a:rPr>
              <a:t>Edunet</a:t>
            </a:r>
            <a:r>
              <a:rPr lang="en-IN" sz="2400" dirty="0">
                <a:solidFill>
                  <a:schemeClr val="tx1"/>
                </a:solidFill>
              </a:rPr>
              <a:t> Foundation</a:t>
            </a:r>
            <a:r>
              <a:rPr lang="en-IN" sz="2400" b="0" dirty="0">
                <a:solidFill>
                  <a:schemeClr val="tx1"/>
                </a:solidFill>
              </a:rPr>
              <a:t>, </a:t>
            </a:r>
            <a:r>
              <a:rPr lang="en-IN" sz="2400" dirty="0">
                <a:solidFill>
                  <a:schemeClr val="tx1"/>
                </a:solidFill>
              </a:rPr>
              <a:t>Vodafone Idea Foundation</a:t>
            </a:r>
            <a:r>
              <a:rPr lang="en-IN" sz="2400" b="0" dirty="0">
                <a:solidFill>
                  <a:schemeClr val="tx1"/>
                </a:solidFill>
              </a:rPr>
              <a:t>, </a:t>
            </a:r>
            <a:r>
              <a:rPr lang="en-IN" sz="2400" dirty="0">
                <a:solidFill>
                  <a:schemeClr val="tx1"/>
                </a:solidFill>
              </a:rPr>
              <a:t>VOIS</a:t>
            </a:r>
            <a:r>
              <a:rPr lang="en-IN" sz="2400" b="0" dirty="0">
                <a:solidFill>
                  <a:schemeClr val="tx1"/>
                </a:solidFill>
              </a:rPr>
              <a:t>, </a:t>
            </a:r>
            <a:r>
              <a:rPr lang="en-IN" sz="2400" dirty="0">
                <a:solidFill>
                  <a:schemeClr val="tx1"/>
                </a:solidFill>
              </a:rPr>
              <a:t>AICTE</a:t>
            </a:r>
            <a:r>
              <a:rPr lang="en-IN" sz="2400" b="0" dirty="0">
                <a:solidFill>
                  <a:schemeClr val="tx1"/>
                </a:solidFill>
              </a:rPr>
              <a:t>, and all the associated organizations for providing me with this valuable internship opportunity.</a:t>
            </a:r>
          </a:p>
          <a:p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1485</TotalTime>
  <Words>792</Words>
  <Application>Microsoft Office PowerPoint</Application>
  <PresentationFormat>Widescreen</PresentationFormat>
  <Paragraphs>88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Project- Seasonal Agriculture Performance Analysis 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Link:</vt:lpstr>
      <vt:lpstr>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Hariom Dubey</dc:creator>
  <cp:lastModifiedBy>Hariom Kumar Dubey</cp:lastModifiedBy>
  <cp:revision>101</cp:revision>
  <dcterms:created xsi:type="dcterms:W3CDTF">2021-07-11T13:13:15Z</dcterms:created>
  <dcterms:modified xsi:type="dcterms:W3CDTF">2026-09-06T15:04:41Z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